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4" r:id="rId8"/>
    <p:sldId id="263" r:id="rId9"/>
    <p:sldId id="266" r:id="rId10"/>
    <p:sldId id="265" r:id="rId11"/>
    <p:sldId id="262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A3F28D77-D1B4-4E1C-8E95-9D45B98FAD92}" type="datetimeFigureOut">
              <a:rPr lang="en-US" smtClean="0"/>
              <a:pPr/>
              <a:t>10/7/2011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3CC33BCD-A548-41C3-9663-380BA8A4B9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33400" y="9144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>
                <a:solidFill>
                  <a:schemeClr val="bg2">
                    <a:lumMod val="25000"/>
                  </a:schemeClr>
                </a:solidFill>
                <a:latin typeface="Bookman Old Style" pitchFamily="18" charset="0"/>
              </a:rPr>
              <a:t>Prinsip-Prinsip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Bookman Old Style" pitchFamily="18" charset="0"/>
            </a:endParaRPr>
          </a:p>
          <a:p>
            <a:pPr algn="ctr"/>
            <a:r>
              <a:rPr lang="en-US" sz="4000" b="1" dirty="0" err="1">
                <a:solidFill>
                  <a:schemeClr val="bg2">
                    <a:lumMod val="25000"/>
                  </a:schemeClr>
                </a:solidFill>
                <a:latin typeface="Bookman Old Style" pitchFamily="18" charset="0"/>
              </a:rPr>
              <a:t>Kesehatan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Bookman Old Style" pitchFamily="18" charset="0"/>
              </a:rPr>
              <a:t> Dan </a:t>
            </a:r>
            <a:r>
              <a:rPr lang="en-US" sz="4000" b="1" dirty="0" err="1">
                <a:solidFill>
                  <a:schemeClr val="bg2">
                    <a:lumMod val="25000"/>
                  </a:schemeClr>
                </a:solidFill>
                <a:latin typeface="Bookman Old Style" pitchFamily="18" charset="0"/>
              </a:rPr>
              <a:t>Keselamatan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Bookman Old Style" pitchFamily="18" charset="0"/>
              </a:rPr>
              <a:t> </a:t>
            </a:r>
            <a:r>
              <a:rPr lang="en-US" sz="4000" b="1" dirty="0" err="1">
                <a:solidFill>
                  <a:schemeClr val="bg2">
                    <a:lumMod val="25000"/>
                  </a:schemeClr>
                </a:solidFill>
                <a:latin typeface="Bookman Old Style" pitchFamily="18" charset="0"/>
              </a:rPr>
              <a:t>Kerja</a:t>
            </a:r>
            <a:endParaRPr lang="en-US" sz="4000" b="1" dirty="0">
              <a:solidFill>
                <a:schemeClr val="bg2">
                  <a:lumMod val="25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3400" y="4724400"/>
            <a:ext cx="8001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Bookman Old Style" pitchFamily="18" charset="0"/>
              </a:rPr>
              <a:t>Mata </a:t>
            </a:r>
            <a:r>
              <a:rPr lang="en-US" sz="2800" b="1" dirty="0" err="1">
                <a:latin typeface="Bookman Old Style" pitchFamily="18" charset="0"/>
              </a:rPr>
              <a:t>Pelajaran</a:t>
            </a:r>
            <a:r>
              <a:rPr lang="en-US" sz="2800" b="1" dirty="0">
                <a:latin typeface="Bookman Old Style" pitchFamily="18" charset="0"/>
              </a:rPr>
              <a:t> TIK</a:t>
            </a:r>
          </a:p>
          <a:p>
            <a:pPr algn="ctr"/>
            <a:r>
              <a:rPr lang="en-US" sz="2800" b="1" dirty="0" err="1">
                <a:latin typeface="Bookman Old Style" pitchFamily="18" charset="0"/>
              </a:rPr>
              <a:t>Kelas</a:t>
            </a:r>
            <a:r>
              <a:rPr lang="en-US" sz="2800" b="1" dirty="0">
                <a:latin typeface="Bookman Old Style" pitchFamily="18" charset="0"/>
              </a:rPr>
              <a:t> X</a:t>
            </a:r>
          </a:p>
          <a:p>
            <a:pPr algn="ctr"/>
            <a:r>
              <a:rPr lang="en-US" sz="2800" b="1" dirty="0">
                <a:latin typeface="Bookman Old Style" pitchFamily="18" charset="0"/>
              </a:rPr>
              <a:t>Semester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09600" y="3505200"/>
            <a:ext cx="8001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 smtClean="0">
                <a:latin typeface="Bookman Old Style" pitchFamily="18" charset="0"/>
              </a:rPr>
              <a:t>Oleh</a:t>
            </a:r>
            <a:r>
              <a:rPr lang="en-US" sz="2000" b="1" dirty="0" smtClean="0">
                <a:latin typeface="Bookman Old Style" pitchFamily="18" charset="0"/>
              </a:rPr>
              <a:t> : I </a:t>
            </a:r>
            <a:r>
              <a:rPr lang="en-US" sz="2000" b="1" dirty="0" err="1" smtClean="0">
                <a:latin typeface="Bookman Old Style" pitchFamily="18" charset="0"/>
              </a:rPr>
              <a:t>Nym</a:t>
            </a:r>
            <a:r>
              <a:rPr lang="en-US" sz="2000" b="1" dirty="0" smtClean="0">
                <a:latin typeface="Bookman Old Style" pitchFamily="18" charset="0"/>
              </a:rPr>
              <a:t>. </a:t>
            </a:r>
            <a:r>
              <a:rPr lang="en-US" sz="2000" b="1" dirty="0" err="1" smtClean="0">
                <a:latin typeface="Bookman Old Style" pitchFamily="18" charset="0"/>
              </a:rPr>
              <a:t>Artha</a:t>
            </a:r>
            <a:r>
              <a:rPr lang="en-US" sz="2000" b="1" dirty="0" smtClean="0">
                <a:latin typeface="Bookman Old Style" pitchFamily="18" charset="0"/>
              </a:rPr>
              <a:t> </a:t>
            </a:r>
            <a:r>
              <a:rPr lang="en-US" sz="2000" b="1" dirty="0" err="1" smtClean="0">
                <a:latin typeface="Bookman Old Style" pitchFamily="18" charset="0"/>
              </a:rPr>
              <a:t>Udiana</a:t>
            </a:r>
            <a:endParaRPr lang="en-US" sz="2000" b="1" dirty="0">
              <a:latin typeface="Bookman Old Style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20681" y="1607558"/>
            <a:ext cx="6442075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5125" indent="-365125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3.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Memahami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ketentuan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penggunaan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teknologi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informasi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dan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komunikasi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762000"/>
            <a:ext cx="5399299" cy="646331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>
              <a:defRPr/>
            </a:pPr>
            <a:r>
              <a:rPr lang="en-US" sz="3600" b="1" spc="150" dirty="0" err="1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Rounded MT Bold" pitchFamily="34" charset="0"/>
              </a:rPr>
              <a:t>Standar</a:t>
            </a:r>
            <a:r>
              <a:rPr lang="en-US" sz="3600" b="1" spc="150" dirty="0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3600" b="1" spc="150" dirty="0" err="1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Rounded MT Bold" pitchFamily="34" charset="0"/>
              </a:rPr>
              <a:t>Kompetensi</a:t>
            </a:r>
            <a:r>
              <a:rPr lang="en-US" sz="3600" b="1" spc="150" dirty="0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Rounded MT Bold" pitchFamily="34" charset="0"/>
              </a:rPr>
              <a:t>: 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3231" y="3506208"/>
            <a:ext cx="6400800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625475" indent="-625475">
              <a:defRPr/>
            </a:pPr>
            <a:r>
              <a:rPr lang="en-US" sz="2400" b="1" spc="150" dirty="0">
                <a:ln w="11430"/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Rounded MT Bold" pitchFamily="34" charset="0"/>
              </a:rPr>
              <a:t>3.2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Menerapkan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prinsip-prinsip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Kesehatan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dan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 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Keselamatan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Kerja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(K3)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dalam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menggunakan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perangkat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keras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dan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perangkat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lunak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teknologi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Informasi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dan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komunikasi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90600" y="2743200"/>
            <a:ext cx="4772845" cy="646331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>
              <a:defRPr/>
            </a:pPr>
            <a:r>
              <a:rPr lang="en-US" sz="3600" b="1" spc="150" dirty="0" err="1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Rounded MT Bold" pitchFamily="34" charset="0"/>
              </a:rPr>
              <a:t>Kompetensi</a:t>
            </a:r>
            <a:r>
              <a:rPr lang="en-US" sz="3600" b="1" spc="150" dirty="0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3600" b="1" spc="150" dirty="0" err="1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Rounded MT Bold" pitchFamily="34" charset="0"/>
              </a:rPr>
              <a:t>Dasar</a:t>
            </a:r>
            <a:r>
              <a:rPr lang="en-US" sz="3600" b="1" spc="150" dirty="0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 Rounded MT Bold" pitchFamily="34" charset="0"/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5400" y="957162"/>
            <a:ext cx="3108544" cy="923330"/>
          </a:xfrm>
          <a:prstGeom prst="rect">
            <a:avLst/>
          </a:prstGeom>
          <a:noFill/>
          <a:scene3d>
            <a:camera prst="orthographicFront">
              <a:rot lat="0" lon="21299999" rev="0"/>
            </a:camera>
            <a:lightRig rig="threePt" dir="t"/>
          </a:scene3d>
        </p:spPr>
        <p:txBody>
          <a:bodyPr wrap="non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dirty="0" err="1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Indikator</a:t>
            </a:r>
            <a:endParaRPr lang="en-US" sz="5400" b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1346718" y="2860421"/>
            <a:ext cx="6224587" cy="3406775"/>
            <a:chOff x="2300288" y="3144838"/>
            <a:chExt cx="5181600" cy="2563812"/>
          </a:xfrm>
        </p:grpSpPr>
        <p:sp>
          <p:nvSpPr>
            <p:cNvPr id="6" name="Rounded Rectangle 5"/>
            <p:cNvSpPr/>
            <p:nvPr/>
          </p:nvSpPr>
          <p:spPr>
            <a:xfrm>
              <a:off x="2300288" y="3144838"/>
              <a:ext cx="5181600" cy="2563812"/>
            </a:xfrm>
            <a:prstGeom prst="roundRect">
              <a:avLst/>
            </a:prstGeom>
            <a:solidFill>
              <a:srgbClr val="FF0000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2000"/>
            </a:p>
          </p:txBody>
        </p:sp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2479675" y="3287713"/>
              <a:ext cx="4973638" cy="2362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66688" indent="-166688">
                <a:buFont typeface="Arial" charset="0"/>
                <a:buChar char="•"/>
                <a:tabLst>
                  <a:tab pos="166688" algn="l"/>
                </a:tabLst>
              </a:pPr>
              <a:r>
                <a:rPr lang="en-US" sz="2400">
                  <a:latin typeface="Arial Rounded MT Bold" pitchFamily="34" charset="0"/>
                </a:rPr>
                <a:t>Mengetahui prinsip-prinsip Kesehatan dan Keselamatan Kerja</a:t>
              </a:r>
            </a:p>
            <a:p>
              <a:pPr marL="166688" indent="-166688">
                <a:buFont typeface="Arial" charset="0"/>
                <a:buChar char="•"/>
                <a:tabLst>
                  <a:tab pos="166688" algn="l"/>
                </a:tabLst>
              </a:pPr>
              <a:r>
                <a:rPr lang="en-US" sz="2400">
                  <a:latin typeface="Arial Rounded MT Bold" pitchFamily="34" charset="0"/>
                </a:rPr>
                <a:t>Memperagakan posisi duduk dengan baik dan benar</a:t>
              </a:r>
            </a:p>
            <a:p>
              <a:pPr marL="166688" indent="-166688">
                <a:buFont typeface="Arial" charset="0"/>
                <a:buChar char="•"/>
                <a:tabLst>
                  <a:tab pos="166688" algn="l"/>
                </a:tabLst>
              </a:pPr>
              <a:r>
                <a:rPr lang="en-US" sz="2400">
                  <a:latin typeface="Arial Rounded MT Bold" pitchFamily="34" charset="0"/>
                </a:rPr>
                <a:t>Mendemonstrasikan cara menggunakan komputer dengan memperhatikan Kesehatan dan Keselamatan Kerja (K3)</a:t>
              </a:r>
            </a:p>
          </p:txBody>
        </p:sp>
      </p:grpSp>
      <p:sp>
        <p:nvSpPr>
          <p:cNvPr id="8" name="Curved Down Arrow 7"/>
          <p:cNvSpPr/>
          <p:nvPr/>
        </p:nvSpPr>
        <p:spPr>
          <a:xfrm rot="2111846">
            <a:off x="4631255" y="849058"/>
            <a:ext cx="3449638" cy="1587500"/>
          </a:xfrm>
          <a:prstGeom prst="curvedDownArrow">
            <a:avLst>
              <a:gd name="adj1" fmla="val 25000"/>
              <a:gd name="adj2" fmla="val 50000"/>
              <a:gd name="adj3" fmla="val 2762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81400" y="381000"/>
            <a:ext cx="222368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5400" b="1" dirty="0" err="1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Materi</a:t>
            </a:r>
            <a:endParaRPr lang="en-US" sz="54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385486" y="3429000"/>
            <a:ext cx="6499225" cy="2667000"/>
            <a:chOff x="2173288" y="3948113"/>
            <a:chExt cx="6499225" cy="2022475"/>
          </a:xfrm>
        </p:grpSpPr>
        <p:sp>
          <p:nvSpPr>
            <p:cNvPr id="4" name="Rounded Rectangle 3"/>
            <p:cNvSpPr/>
            <p:nvPr/>
          </p:nvSpPr>
          <p:spPr>
            <a:xfrm>
              <a:off x="2173288" y="3948113"/>
              <a:ext cx="6427787" cy="2022475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" name="TextBox 3"/>
            <p:cNvSpPr txBox="1">
              <a:spLocks noChangeArrowheads="1"/>
            </p:cNvSpPr>
            <p:nvPr/>
          </p:nvSpPr>
          <p:spPr bwMode="auto">
            <a:xfrm>
              <a:off x="2386013" y="4224338"/>
              <a:ext cx="6286500" cy="14208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lnSpc>
                  <a:spcPct val="150000"/>
                </a:lnSpc>
                <a:buFontTx/>
                <a:buAutoNum type="alphaUcPeriod"/>
              </a:pPr>
              <a:r>
                <a:rPr lang="en-US" sz="2000" b="1" dirty="0" err="1"/>
                <a:t>Prinsip</a:t>
              </a:r>
              <a:r>
                <a:rPr lang="en-US" sz="2000" b="1" dirty="0"/>
                <a:t> </a:t>
              </a:r>
              <a:r>
                <a:rPr lang="en-US" sz="2000" b="1" dirty="0" err="1"/>
                <a:t>kesehatan</a:t>
              </a:r>
              <a:r>
                <a:rPr lang="en-US" sz="2000" b="1" dirty="0"/>
                <a:t> Dan </a:t>
              </a:r>
              <a:r>
                <a:rPr lang="en-US" sz="2000" b="1" dirty="0" err="1"/>
                <a:t>keselamatan</a:t>
              </a:r>
              <a:r>
                <a:rPr lang="en-US" sz="2000" b="1" dirty="0"/>
                <a:t> </a:t>
              </a:r>
              <a:r>
                <a:rPr lang="en-US" sz="2000" b="1" dirty="0" err="1"/>
                <a:t>Kerja</a:t>
              </a:r>
              <a:endParaRPr lang="en-US" sz="2000" b="1" dirty="0"/>
            </a:p>
            <a:p>
              <a:pPr marL="342900" indent="-342900">
                <a:lnSpc>
                  <a:spcPct val="150000"/>
                </a:lnSpc>
                <a:buFontTx/>
                <a:buAutoNum type="alphaUcPeriod"/>
              </a:pPr>
              <a:r>
                <a:rPr lang="en-US" sz="2000" b="1" dirty="0" err="1"/>
                <a:t>Menggunakan</a:t>
              </a:r>
              <a:r>
                <a:rPr lang="en-US" sz="2000" b="1" dirty="0"/>
                <a:t> </a:t>
              </a:r>
              <a:r>
                <a:rPr lang="en-US" sz="2000" b="1" dirty="0" err="1"/>
                <a:t>Komputer</a:t>
              </a:r>
              <a:r>
                <a:rPr lang="en-US" sz="2000" b="1" dirty="0"/>
                <a:t> </a:t>
              </a:r>
              <a:r>
                <a:rPr lang="en-US" sz="2000" b="1" dirty="0" err="1"/>
                <a:t>dengan</a:t>
              </a:r>
              <a:r>
                <a:rPr lang="en-US" sz="2000" b="1" dirty="0"/>
                <a:t> </a:t>
              </a:r>
              <a:r>
                <a:rPr lang="en-US" sz="2000" b="1" dirty="0" err="1"/>
                <a:t>memperhatikan</a:t>
              </a:r>
              <a:r>
                <a:rPr lang="en-US" sz="2000" b="1" dirty="0"/>
                <a:t> K3</a:t>
              </a:r>
            </a:p>
          </p:txBody>
        </p:sp>
      </p:grpSp>
      <p:sp>
        <p:nvSpPr>
          <p:cNvPr id="6" name="Down Arrow 5"/>
          <p:cNvSpPr/>
          <p:nvPr/>
        </p:nvSpPr>
        <p:spPr>
          <a:xfrm>
            <a:off x="3823886" y="1395413"/>
            <a:ext cx="1676400" cy="188118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33400"/>
            <a:ext cx="7543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 PRINSIP K3 :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41361" y="1046162"/>
            <a:ext cx="751919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Agar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bekerja</a:t>
            </a:r>
            <a:r>
              <a:rPr lang="en-US" sz="2000" dirty="0"/>
              <a:t> </a:t>
            </a:r>
            <a:r>
              <a:rPr lang="en-US" sz="2000" dirty="0" err="1"/>
              <a:t>nyaman</a:t>
            </a:r>
            <a:r>
              <a:rPr lang="en-US" sz="2000" dirty="0"/>
              <a:t> </a:t>
            </a:r>
            <a:r>
              <a:rPr lang="en-US" sz="2000" dirty="0" err="1"/>
              <a:t>di</a:t>
            </a:r>
            <a:r>
              <a:rPr lang="en-US" sz="2000" dirty="0"/>
              <a:t> </a:t>
            </a:r>
            <a:r>
              <a:rPr lang="en-US" sz="2000" dirty="0" err="1"/>
              <a:t>depan</a:t>
            </a:r>
            <a:r>
              <a:rPr lang="en-US" sz="2000" dirty="0"/>
              <a:t> </a:t>
            </a:r>
            <a:r>
              <a:rPr lang="en-US" sz="2000" dirty="0" err="1"/>
              <a:t>Komputer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user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memperhatikan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 </a:t>
            </a:r>
            <a:r>
              <a:rPr lang="en-US" sz="2000" dirty="0" err="1"/>
              <a:t>hal</a:t>
            </a:r>
            <a:r>
              <a:rPr lang="en-US" sz="2000" dirty="0"/>
              <a:t> </a:t>
            </a:r>
            <a:r>
              <a:rPr lang="en-US" sz="2000" dirty="0" err="1"/>
              <a:t>berikut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 :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1828800"/>
            <a:ext cx="7739975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charset="0"/>
              <a:buAutoNum type="arabicPeriod"/>
            </a:pP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Duduk</a:t>
            </a:r>
            <a:r>
              <a:rPr lang="en-US" sz="2000" dirty="0"/>
              <a:t> : 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 err="1"/>
              <a:t>Tempat</a:t>
            </a:r>
            <a:r>
              <a:rPr lang="en-US" sz="2000" dirty="0"/>
              <a:t> </a:t>
            </a:r>
            <a:r>
              <a:rPr lang="en-US" sz="2000" dirty="0" err="1"/>
              <a:t>duduk</a:t>
            </a:r>
            <a:r>
              <a:rPr lang="en-US" sz="2000" dirty="0"/>
              <a:t> </a:t>
            </a:r>
            <a:r>
              <a:rPr lang="en-US" sz="2000" dirty="0" err="1"/>
              <a:t>tdk</a:t>
            </a:r>
            <a:r>
              <a:rPr lang="en-US" sz="2000" dirty="0"/>
              <a:t> </a:t>
            </a:r>
            <a:r>
              <a:rPr lang="en-US" sz="2000" dirty="0" err="1"/>
              <a:t>terlalu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r>
              <a:rPr lang="en-US" sz="2000" dirty="0"/>
              <a:t>,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terlalu</a:t>
            </a:r>
            <a:r>
              <a:rPr lang="en-US" sz="2000" dirty="0"/>
              <a:t> </a:t>
            </a:r>
            <a:r>
              <a:rPr lang="en-US" sz="2000" dirty="0" err="1"/>
              <a:t>rendah</a:t>
            </a:r>
            <a:r>
              <a:rPr lang="en-US" sz="2000" dirty="0"/>
              <a:t> 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 err="1"/>
              <a:t>Tempat</a:t>
            </a:r>
            <a:r>
              <a:rPr lang="en-US" sz="2000" dirty="0"/>
              <a:t> </a:t>
            </a:r>
            <a:r>
              <a:rPr lang="en-US" sz="2000" dirty="0" err="1"/>
              <a:t>duduk</a:t>
            </a:r>
            <a:r>
              <a:rPr lang="en-US" sz="2000" dirty="0"/>
              <a:t> </a:t>
            </a:r>
            <a:r>
              <a:rPr lang="en-US" sz="2000" dirty="0" err="1"/>
              <a:t>mempunyai</a:t>
            </a:r>
            <a:r>
              <a:rPr lang="en-US" sz="2000" dirty="0"/>
              <a:t> </a:t>
            </a:r>
            <a:r>
              <a:rPr lang="en-US" sz="2000" dirty="0" err="1"/>
              <a:t>tempat</a:t>
            </a:r>
            <a:r>
              <a:rPr lang="en-US" sz="2000" dirty="0"/>
              <a:t> </a:t>
            </a:r>
            <a:r>
              <a:rPr lang="en-US" sz="2000" dirty="0" err="1"/>
              <a:t>bersandar</a:t>
            </a:r>
            <a:endParaRPr lang="en-US" sz="2000" dirty="0"/>
          </a:p>
          <a:p>
            <a:pPr marL="800100" lvl="1" indent="-342900">
              <a:buFont typeface="Arial" charset="0"/>
              <a:buChar char="•"/>
            </a:pPr>
            <a:r>
              <a:rPr lang="en-US" sz="2000" dirty="0" err="1"/>
              <a:t>Duduk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santai</a:t>
            </a:r>
            <a:endParaRPr lang="en-US" sz="2000" dirty="0"/>
          </a:p>
        </p:txBody>
      </p:sp>
      <p:pic>
        <p:nvPicPr>
          <p:cNvPr id="5" name="Picture 1" descr="C:\Documents and Settings\Administrator\Desktop\kumpulan Materi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3505200"/>
            <a:ext cx="5174941" cy="271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62001" y="533400"/>
            <a:ext cx="41910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2. </a:t>
            </a:r>
            <a:r>
              <a:rPr lang="en-US" dirty="0" err="1"/>
              <a:t>Posisi</a:t>
            </a:r>
            <a:r>
              <a:rPr lang="en-US" dirty="0"/>
              <a:t> Mata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Layar</a:t>
            </a:r>
            <a:r>
              <a:rPr lang="en-US" dirty="0"/>
              <a:t> :</a:t>
            </a:r>
          </a:p>
          <a:p>
            <a:pPr marL="623888" lvl="1" indent="-166688">
              <a:buFont typeface="Arial" charset="0"/>
              <a:buChar char="•"/>
            </a:pPr>
            <a:r>
              <a:rPr lang="en-US" dirty="0" err="1"/>
              <a:t>Lurus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/ </a:t>
            </a:r>
            <a:r>
              <a:rPr lang="en-US" dirty="0" err="1"/>
              <a:t>rendah</a:t>
            </a:r>
            <a:endParaRPr lang="en-US" dirty="0"/>
          </a:p>
          <a:p>
            <a:pPr marL="623888" lvl="1" indent="-166688">
              <a:buFont typeface="Arial" charset="0"/>
              <a:buChar char="•"/>
            </a:pPr>
            <a:r>
              <a:rPr lang="en-US" dirty="0" err="1"/>
              <a:t>Layar</a:t>
            </a:r>
            <a:r>
              <a:rPr lang="en-US" dirty="0"/>
              <a:t> monitor </a:t>
            </a: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terang</a:t>
            </a:r>
            <a:endParaRPr lang="en-US" dirty="0"/>
          </a:p>
          <a:p>
            <a:pPr marL="623888" lvl="1" indent="-166688">
              <a:buFont typeface="Arial" charset="0"/>
              <a:buChar char="•"/>
            </a:pP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kaca</a:t>
            </a:r>
            <a:r>
              <a:rPr lang="en-US" dirty="0"/>
              <a:t> anti </a:t>
            </a:r>
            <a:r>
              <a:rPr lang="en-US" dirty="0" err="1"/>
              <a:t>radiasi</a:t>
            </a:r>
            <a:endParaRPr lang="en-US" dirty="0"/>
          </a:p>
        </p:txBody>
      </p:sp>
      <p:pic>
        <p:nvPicPr>
          <p:cNvPr id="4" name="Picture 2" descr="C:\Documents and Settings\Administrator\Desktop\kumpulan Materi\Computer User 5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7162" y="599017"/>
            <a:ext cx="3499638" cy="1992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762001" y="2946400"/>
            <a:ext cx="4114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3.  </a:t>
            </a:r>
            <a:r>
              <a:rPr lang="en-US" dirty="0" err="1"/>
              <a:t>Posisi</a:t>
            </a:r>
            <a:r>
              <a:rPr lang="en-US" dirty="0"/>
              <a:t> </a:t>
            </a:r>
            <a:r>
              <a:rPr lang="en-US" dirty="0" err="1"/>
              <a:t>Tangan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Keyboard :</a:t>
            </a:r>
          </a:p>
          <a:p>
            <a:pPr marL="623888" lvl="1" indent="-166688">
              <a:buFont typeface="Arial" charset="0"/>
              <a:buChar char="•"/>
            </a:pPr>
            <a:r>
              <a:rPr lang="en-US" dirty="0" err="1"/>
              <a:t>sudut</a:t>
            </a:r>
            <a:r>
              <a:rPr lang="en-US" dirty="0"/>
              <a:t> </a:t>
            </a:r>
            <a:r>
              <a:rPr lang="en-US" dirty="0" err="1"/>
              <a:t>lengan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keybord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</a:t>
            </a:r>
            <a:r>
              <a:rPr lang="en-US" dirty="0" err="1"/>
              <a:t>sudut</a:t>
            </a:r>
            <a:r>
              <a:rPr lang="en-US" dirty="0"/>
              <a:t> 90</a:t>
            </a:r>
            <a:r>
              <a:rPr lang="en-US" baseline="30000" dirty="0"/>
              <a:t>o</a:t>
            </a:r>
          </a:p>
          <a:p>
            <a:pPr marL="623888" lvl="1" indent="-166688">
              <a:buFont typeface="Arial" charset="0"/>
              <a:buChar char="•"/>
            </a:pP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tegang</a:t>
            </a:r>
            <a:r>
              <a:rPr lang="en-US" dirty="0"/>
              <a:t>, </a:t>
            </a:r>
            <a:r>
              <a:rPr lang="en-US" dirty="0" err="1"/>
              <a:t>usahakan</a:t>
            </a:r>
            <a:r>
              <a:rPr lang="en-US" dirty="0"/>
              <a:t> </a:t>
            </a:r>
            <a:r>
              <a:rPr lang="en-US" dirty="0" err="1"/>
              <a:t>senyaman</a:t>
            </a:r>
            <a:r>
              <a:rPr lang="en-US" dirty="0"/>
              <a:t> </a:t>
            </a:r>
            <a:r>
              <a:rPr lang="en-US" dirty="0" err="1"/>
              <a:t>mungkin</a:t>
            </a:r>
            <a:endParaRPr lang="en-US" dirty="0"/>
          </a:p>
          <a:p>
            <a:pPr marL="623888" lvl="1" indent="-166688">
              <a:buFont typeface="Arial" charset="0"/>
              <a:buChar char="•"/>
            </a:pP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tuts</a:t>
            </a:r>
            <a:r>
              <a:rPr lang="en-US" dirty="0"/>
              <a:t> keyboard yang </a:t>
            </a:r>
            <a:r>
              <a:rPr lang="en-US" dirty="0" err="1"/>
              <a:t>lembut</a:t>
            </a:r>
            <a:r>
              <a:rPr lang="en-US" dirty="0"/>
              <a:t>.</a:t>
            </a:r>
          </a:p>
        </p:txBody>
      </p:sp>
      <p:pic>
        <p:nvPicPr>
          <p:cNvPr id="6" name="Picture 4" descr="C:\Documents and Settings\Administrator\Desktop\kumpulan Materi\Computer User 1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1601" y="2895600"/>
            <a:ext cx="3541168" cy="303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990600" y="533400"/>
            <a:ext cx="7239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4. </a:t>
            </a: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tangan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Mouse :</a:t>
            </a:r>
          </a:p>
          <a:p>
            <a:pPr marL="747713" lvl="1" indent="-290513">
              <a:buFont typeface="Arial" charset="0"/>
              <a:buChar char="•"/>
            </a:pP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lengan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mouse </a:t>
            </a:r>
            <a:r>
              <a:rPr lang="en-US" sz="2000" dirty="0" err="1"/>
              <a:t>usahakan</a:t>
            </a:r>
            <a:r>
              <a:rPr lang="en-US" sz="2000" dirty="0"/>
              <a:t> </a:t>
            </a:r>
            <a:r>
              <a:rPr lang="en-US" sz="2000" dirty="0" err="1"/>
              <a:t>lurus</a:t>
            </a:r>
            <a:endParaRPr lang="en-US" sz="2000" dirty="0"/>
          </a:p>
          <a:p>
            <a:pPr marL="747713" lvl="1" indent="-290513">
              <a:buFont typeface="Arial" charset="0"/>
              <a:buChar char="•"/>
            </a:pP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telapak</a:t>
            </a:r>
            <a:r>
              <a:rPr lang="en-US" sz="2000" dirty="0"/>
              <a:t> </a:t>
            </a:r>
            <a:r>
              <a:rPr lang="en-US" sz="2000" dirty="0" err="1"/>
              <a:t>tangan</a:t>
            </a:r>
            <a:r>
              <a:rPr lang="en-US" sz="2000" dirty="0"/>
              <a:t> 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bagian</a:t>
            </a:r>
            <a:r>
              <a:rPr lang="en-US" sz="2000" dirty="0"/>
              <a:t> mouse 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sejajar</a:t>
            </a:r>
            <a:r>
              <a:rPr lang="en-US" sz="2000" dirty="0"/>
              <a:t> 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mengarah</a:t>
            </a:r>
            <a:r>
              <a:rPr lang="en-US" sz="2000" dirty="0"/>
              <a:t> </a:t>
            </a:r>
            <a:r>
              <a:rPr lang="en-US" sz="2000" dirty="0" err="1"/>
              <a:t>kekiri</a:t>
            </a:r>
            <a:r>
              <a:rPr lang="en-US" sz="2000" dirty="0"/>
              <a:t> / </a:t>
            </a:r>
            <a:r>
              <a:rPr lang="en-US" sz="2000" dirty="0" err="1"/>
              <a:t>kekanan</a:t>
            </a:r>
            <a:endParaRPr lang="en-US" sz="2000" dirty="0"/>
          </a:p>
          <a:p>
            <a:pPr marL="747713" lvl="1" indent="-290513">
              <a:buFont typeface="Arial" charset="0"/>
              <a:buChar char="•"/>
            </a:pPr>
            <a:r>
              <a:rPr lang="en-US" sz="2000" dirty="0" err="1"/>
              <a:t>Jangkauan</a:t>
            </a:r>
            <a:r>
              <a:rPr lang="en-US" sz="2000" dirty="0"/>
              <a:t> </a:t>
            </a:r>
            <a:r>
              <a:rPr lang="en-US" sz="2000" dirty="0" err="1"/>
              <a:t>tangan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meraih</a:t>
            </a:r>
            <a:r>
              <a:rPr lang="en-US" sz="2000" dirty="0"/>
              <a:t> mouse </a:t>
            </a:r>
            <a:r>
              <a:rPr lang="en-US" sz="2000" dirty="0" err="1"/>
              <a:t>jangan</a:t>
            </a:r>
            <a:r>
              <a:rPr lang="en-US" sz="2000" dirty="0"/>
              <a:t> </a:t>
            </a:r>
            <a:r>
              <a:rPr lang="en-US" sz="2000" dirty="0" err="1"/>
              <a:t>terlalu</a:t>
            </a:r>
            <a:r>
              <a:rPr lang="en-US" sz="2000" dirty="0"/>
              <a:t> </a:t>
            </a:r>
            <a:r>
              <a:rPr lang="en-US" sz="2000" dirty="0" err="1"/>
              <a:t>jauh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  <p:pic>
        <p:nvPicPr>
          <p:cNvPr id="4" name="Picture 2" descr="C:\Documents and Settings\Administrator\Desktop\kumpulan Materi\Computer+User+3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2667000"/>
            <a:ext cx="3968750" cy="3398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C:\Documents and Settings\Administrator\Desktop\kumpulan Materi\Computer User 2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199" y="3048000"/>
            <a:ext cx="3831033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62000" y="609600"/>
            <a:ext cx="75438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/>
            <a:r>
              <a:rPr lang="en-US" sz="2400" b="1" dirty="0" err="1"/>
              <a:t>Menggunakan</a:t>
            </a:r>
            <a:r>
              <a:rPr lang="en-US" sz="2400" b="1" dirty="0"/>
              <a:t> </a:t>
            </a:r>
            <a:r>
              <a:rPr lang="en-US" sz="2400" b="1" dirty="0" err="1"/>
              <a:t>Komputer</a:t>
            </a:r>
            <a:r>
              <a:rPr lang="en-US" sz="2400" b="1" dirty="0"/>
              <a:t> </a:t>
            </a:r>
            <a:r>
              <a:rPr lang="en-US" sz="2400" b="1" dirty="0" err="1"/>
              <a:t>dengan</a:t>
            </a:r>
            <a:r>
              <a:rPr lang="en-US" sz="2400" b="1" dirty="0"/>
              <a:t> </a:t>
            </a:r>
            <a:r>
              <a:rPr lang="en-US" sz="2400" b="1" dirty="0" err="1"/>
              <a:t>memperhatikan</a:t>
            </a:r>
            <a:r>
              <a:rPr lang="en-US" sz="2400" b="1" dirty="0"/>
              <a:t> K3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828800"/>
            <a:ext cx="76469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 err="1"/>
              <a:t>Penggunaan</a:t>
            </a:r>
            <a:r>
              <a:rPr lang="en-US" sz="2400" dirty="0"/>
              <a:t> </a:t>
            </a:r>
            <a:r>
              <a:rPr lang="en-US" sz="2400" dirty="0" err="1"/>
              <a:t>Komputer</a:t>
            </a:r>
            <a:r>
              <a:rPr lang="en-US" sz="2400" dirty="0"/>
              <a:t> yang </a:t>
            </a:r>
            <a:r>
              <a:rPr lang="en-US" sz="2400" dirty="0" err="1"/>
              <a:t>baik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memperhatikan</a:t>
            </a:r>
            <a:r>
              <a:rPr lang="en-US" sz="2400" dirty="0"/>
              <a:t> </a:t>
            </a:r>
            <a:r>
              <a:rPr lang="en-US" sz="2400" dirty="0" err="1"/>
              <a:t>hal-hal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:</a:t>
            </a:r>
          </a:p>
          <a:p>
            <a:pPr>
              <a:defRPr/>
            </a:pPr>
            <a:endParaRPr lang="en-US" sz="2400" dirty="0"/>
          </a:p>
          <a:p>
            <a:pPr marL="342900" indent="-342900">
              <a:buFontTx/>
              <a:buAutoNum type="arabicPeriod"/>
              <a:defRPr/>
            </a:pPr>
            <a:r>
              <a:rPr lang="en-US" sz="2400" dirty="0" err="1"/>
              <a:t>Komputer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diletakan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tempat</a:t>
            </a:r>
            <a:r>
              <a:rPr lang="en-US" sz="2400" dirty="0"/>
              <a:t> yang </a:t>
            </a:r>
            <a:r>
              <a:rPr lang="en-US" sz="2400" dirty="0" err="1"/>
              <a:t>aman</a:t>
            </a:r>
            <a:r>
              <a:rPr lang="en-US" sz="2400" dirty="0"/>
              <a:t>.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400" dirty="0" err="1"/>
              <a:t>Jauhkan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jangkauan</a:t>
            </a:r>
            <a:r>
              <a:rPr lang="en-US" sz="2400" dirty="0"/>
              <a:t> </a:t>
            </a:r>
            <a:r>
              <a:rPr lang="en-US" sz="2400" dirty="0" err="1"/>
              <a:t>anak-anak</a:t>
            </a:r>
            <a:endParaRPr lang="en-US" sz="2400" dirty="0"/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400" dirty="0" err="1"/>
              <a:t>Jauhkan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api</a:t>
            </a:r>
            <a:r>
              <a:rPr lang="en-US" sz="2400" dirty="0"/>
              <a:t> &amp; air</a:t>
            </a:r>
          </a:p>
          <a:p>
            <a:pPr marL="800100" lvl="1" indent="-342900">
              <a:buFont typeface="Arial" pitchFamily="34" charset="0"/>
              <a:buChar char="•"/>
              <a:defRPr/>
            </a:pPr>
            <a:r>
              <a:rPr lang="en-US" sz="2400" dirty="0" err="1"/>
              <a:t>Aman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penyinaran</a:t>
            </a:r>
            <a:r>
              <a:rPr lang="en-US" sz="2400" dirty="0"/>
              <a:t> </a:t>
            </a:r>
            <a:r>
              <a:rPr lang="en-US" sz="2400" dirty="0" err="1"/>
              <a:t>matahari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langsung</a:t>
            </a:r>
            <a:r>
              <a:rPr lang="en-US" sz="2400" dirty="0"/>
              <a:t> &amp; </a:t>
            </a:r>
            <a:r>
              <a:rPr lang="en-US" sz="2400" dirty="0" err="1"/>
              <a:t>terus</a:t>
            </a:r>
            <a:r>
              <a:rPr lang="en-US" sz="2400" dirty="0"/>
              <a:t> </a:t>
            </a:r>
            <a:r>
              <a:rPr lang="en-US" sz="2400" dirty="0" err="1"/>
              <a:t>menerus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3" name="Picture 3" descr="C:\Documents and Settings\Administrator\Desktop\kumpulan Materi\connaaaect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533400"/>
            <a:ext cx="2862263" cy="163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 descr="C:\Documents and Settings\Administrator\Desktop\kumpulan Materi\indse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600" y="2286000"/>
            <a:ext cx="1746250" cy="1309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914400" y="609600"/>
            <a:ext cx="4267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 startAt="2"/>
            </a:pPr>
            <a:r>
              <a:rPr lang="en-US" sz="2000" dirty="0" err="1"/>
              <a:t>Pemasangan</a:t>
            </a:r>
            <a:r>
              <a:rPr lang="en-US" sz="2000" dirty="0"/>
              <a:t> stop </a:t>
            </a:r>
            <a:r>
              <a:rPr lang="en-US" sz="2000" dirty="0" err="1"/>
              <a:t>kontak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power supply </a:t>
            </a:r>
            <a:r>
              <a:rPr lang="en-US" sz="2000" dirty="0" err="1"/>
              <a:t>harus</a:t>
            </a:r>
            <a:r>
              <a:rPr lang="en-US" sz="2000" dirty="0"/>
              <a:t> </a:t>
            </a:r>
            <a:r>
              <a:rPr lang="en-US" sz="2000" dirty="0" err="1"/>
              <a:t>dilakukan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hati-hati</a:t>
            </a:r>
            <a:r>
              <a:rPr lang="en-US" sz="2000" dirty="0"/>
              <a:t> </a:t>
            </a: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914400" y="2514600"/>
            <a:ext cx="424656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AutoNum type="arabicPeriod" startAt="3"/>
            </a:pPr>
            <a:r>
              <a:rPr lang="en-US" sz="2000" dirty="0" err="1" smtClean="0"/>
              <a:t>Merapikan</a:t>
            </a:r>
            <a:r>
              <a:rPr lang="en-US" sz="2000" dirty="0" smtClean="0"/>
              <a:t> </a:t>
            </a:r>
            <a:r>
              <a:rPr lang="en-US" sz="2000" dirty="0" err="1" smtClean="0"/>
              <a:t>kabel-kabel</a:t>
            </a:r>
            <a:endParaRPr lang="en-US" sz="2000" dirty="0" smtClean="0"/>
          </a:p>
          <a:p>
            <a:pPr marL="457200" indent="-457200"/>
            <a:r>
              <a:rPr lang="en-US" sz="2000" dirty="0"/>
              <a:t> </a:t>
            </a:r>
            <a:r>
              <a:rPr lang="en-US" sz="2000" dirty="0" smtClean="0"/>
              <a:t>    </a:t>
            </a:r>
            <a:r>
              <a:rPr lang="en-US" sz="2000" dirty="0" err="1" smtClean="0"/>
              <a:t>komputer</a:t>
            </a:r>
            <a:endParaRPr lang="en-US" sz="2000" dirty="0"/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914400" y="4046538"/>
            <a:ext cx="4343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/>
            <a:r>
              <a:rPr lang="en-US" sz="2000" dirty="0"/>
              <a:t>4.  </a:t>
            </a:r>
            <a:r>
              <a:rPr lang="en-US" sz="2000" dirty="0" err="1"/>
              <a:t>Penggunaan</a:t>
            </a:r>
            <a:r>
              <a:rPr lang="en-US" sz="2000" dirty="0"/>
              <a:t> stabilizer</a:t>
            </a:r>
          </a:p>
        </p:txBody>
      </p:sp>
      <p:pic>
        <p:nvPicPr>
          <p:cNvPr id="8" name="Picture 5" descr="C:\Documents and Settings\Administrator\Desktop\kumpulan Materi\451111_toyosak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2600" y="3733800"/>
            <a:ext cx="1757363" cy="125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838200" y="5375275"/>
            <a:ext cx="75438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AutoNum type="arabicPeriod" startAt="5"/>
            </a:pPr>
            <a:r>
              <a:rPr lang="en-US" sz="2000" dirty="0" err="1" smtClean="0"/>
              <a:t>Menyalakan</a:t>
            </a:r>
            <a:r>
              <a:rPr lang="en-US" sz="2000" dirty="0" smtClean="0"/>
              <a:t> </a:t>
            </a:r>
            <a:r>
              <a:rPr lang="en-US" sz="2000" dirty="0" err="1"/>
              <a:t>komputer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menekan</a:t>
            </a:r>
            <a:r>
              <a:rPr lang="en-US" sz="2000" dirty="0"/>
              <a:t> </a:t>
            </a:r>
            <a:r>
              <a:rPr lang="en-US" sz="2000" dirty="0" err="1"/>
              <a:t>tombol</a:t>
            </a:r>
            <a:r>
              <a:rPr lang="en-US" sz="2000" dirty="0"/>
              <a:t> </a:t>
            </a:r>
            <a:endParaRPr lang="en-US" sz="2000" dirty="0" smtClean="0"/>
          </a:p>
          <a:p>
            <a:pPr marL="457200" indent="-457200"/>
            <a:r>
              <a:rPr lang="en-US" sz="2000" dirty="0"/>
              <a:t>	</a:t>
            </a:r>
            <a:r>
              <a:rPr lang="en-US" sz="2000" dirty="0" smtClean="0"/>
              <a:t>ON/OFF </a:t>
            </a:r>
            <a:r>
              <a:rPr lang="en-US" sz="2000" dirty="0"/>
              <a:t>(cold booting)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7772400" cy="92333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sz="5400" b="1" dirty="0" err="1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Referensi</a:t>
            </a:r>
            <a:endParaRPr lang="en-US" sz="5400" b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910425" y="1713782"/>
            <a:ext cx="7547775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sz="2400" dirty="0" err="1"/>
              <a:t>Buku</a:t>
            </a:r>
            <a:r>
              <a:rPr lang="en-US" sz="2400" dirty="0"/>
              <a:t> </a:t>
            </a:r>
            <a:r>
              <a:rPr lang="en-US" sz="2400" dirty="0" err="1"/>
              <a:t>Teknologi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Dan </a:t>
            </a:r>
            <a:r>
              <a:rPr lang="en-US" sz="2400" dirty="0" err="1"/>
              <a:t>Komunikasi</a:t>
            </a:r>
            <a:r>
              <a:rPr lang="en-US" sz="2400" dirty="0"/>
              <a:t> SMA </a:t>
            </a:r>
            <a:r>
              <a:rPr lang="en-US" sz="2400" dirty="0" err="1"/>
              <a:t>Kelas</a:t>
            </a:r>
            <a:r>
              <a:rPr lang="en-US" sz="2400" dirty="0"/>
              <a:t> XI, </a:t>
            </a:r>
            <a:r>
              <a:rPr lang="en-US" sz="2400" dirty="0" err="1"/>
              <a:t>Sadiman</a:t>
            </a:r>
            <a:r>
              <a:rPr lang="en-US" sz="2400" dirty="0"/>
              <a:t>, </a:t>
            </a:r>
            <a:r>
              <a:rPr lang="en-US" sz="2400" dirty="0" err="1"/>
              <a:t>Erlangga</a:t>
            </a:r>
            <a:endParaRPr lang="en-US" sz="2400" dirty="0"/>
          </a:p>
          <a:p>
            <a:pPr marL="342900" indent="-342900"/>
            <a:endParaRPr lang="en-US" sz="2400" dirty="0"/>
          </a:p>
          <a:p>
            <a:pPr marL="342900" indent="-342900">
              <a:buFontTx/>
              <a:buAutoNum type="arabicPeriod" startAt="2"/>
            </a:pPr>
            <a:r>
              <a:rPr lang="en-US" sz="2400" dirty="0" err="1"/>
              <a:t>Buku</a:t>
            </a:r>
            <a:r>
              <a:rPr lang="en-US" sz="2400" dirty="0"/>
              <a:t> </a:t>
            </a:r>
            <a:r>
              <a:rPr lang="en-US" sz="2400" dirty="0" err="1"/>
              <a:t>Teknologi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Dan </a:t>
            </a:r>
            <a:r>
              <a:rPr lang="en-US" sz="2400" dirty="0" err="1"/>
              <a:t>Komunikasi</a:t>
            </a:r>
            <a:r>
              <a:rPr lang="en-US" sz="2400" dirty="0"/>
              <a:t> SMA </a:t>
            </a:r>
            <a:r>
              <a:rPr lang="en-US" sz="2400" dirty="0" err="1"/>
              <a:t>Kelas</a:t>
            </a:r>
            <a:r>
              <a:rPr lang="en-US" sz="2400" dirty="0"/>
              <a:t> </a:t>
            </a:r>
            <a:r>
              <a:rPr lang="en-US" sz="2400" dirty="0" smtClean="0"/>
              <a:t>X,  </a:t>
            </a:r>
            <a:r>
              <a:rPr lang="en-US" sz="2400" dirty="0" err="1"/>
              <a:t>D</a:t>
            </a:r>
            <a:r>
              <a:rPr lang="en-US" sz="2400" dirty="0" err="1" smtClean="0"/>
              <a:t>esak</a:t>
            </a:r>
            <a:r>
              <a:rPr lang="en-US" sz="2400" dirty="0" smtClean="0"/>
              <a:t> </a:t>
            </a:r>
            <a:r>
              <a:rPr lang="en-US" sz="2400" dirty="0" err="1" smtClean="0"/>
              <a:t>Ketut</a:t>
            </a:r>
            <a:r>
              <a:rPr lang="en-US" sz="2400" dirty="0" smtClean="0"/>
              <a:t> Tri </a:t>
            </a:r>
            <a:r>
              <a:rPr lang="en-US" sz="2400" dirty="0" err="1" smtClean="0"/>
              <a:t>Wahyuni</a:t>
            </a:r>
            <a:r>
              <a:rPr lang="en-US" sz="2400" dirty="0" smtClean="0"/>
              <a:t>, </a:t>
            </a:r>
            <a:r>
              <a:rPr lang="en-US" sz="2400" dirty="0" err="1" smtClean="0"/>
              <a:t>S.Kom</a:t>
            </a:r>
            <a:r>
              <a:rPr lang="en-US" sz="2400" dirty="0" smtClean="0"/>
              <a:t> </a:t>
            </a:r>
            <a:r>
              <a:rPr lang="en-US" sz="2400" dirty="0" err="1" smtClean="0"/>
              <a:t>dkk</a:t>
            </a:r>
            <a:r>
              <a:rPr lang="en-US" sz="2400" dirty="0"/>
              <a:t>, </a:t>
            </a:r>
            <a:r>
              <a:rPr lang="en-US" sz="2400" dirty="0" err="1" smtClean="0"/>
              <a:t>Gapura</a:t>
            </a:r>
            <a:r>
              <a:rPr lang="en-US" sz="2400" dirty="0" smtClean="0"/>
              <a:t> </a:t>
            </a:r>
            <a:r>
              <a:rPr lang="en-US" sz="2400" dirty="0" smtClean="0"/>
              <a:t>2011</a:t>
            </a:r>
          </a:p>
          <a:p>
            <a:pPr marL="342900" indent="-342900">
              <a:buFontTx/>
              <a:buAutoNum type="arabicPeriod" startAt="2"/>
            </a:pPr>
            <a:endParaRPr lang="en-US" sz="2400" dirty="0" smtClean="0"/>
          </a:p>
          <a:p>
            <a:pPr marL="342900" indent="-342900">
              <a:buFontTx/>
              <a:buAutoNum type="arabicPeriod" startAt="2"/>
            </a:pPr>
            <a:r>
              <a:rPr lang="en-US" sz="2000" dirty="0" smtClean="0"/>
              <a:t>http</a:t>
            </a:r>
            <a:r>
              <a:rPr lang="en-US" sz="2000" dirty="0" smtClean="0"/>
              <a:t>://</a:t>
            </a:r>
            <a:r>
              <a:rPr lang="en-US" sz="2000" dirty="0" smtClean="0"/>
              <a:t>www.psb-psma.org/bahanajar/presentasi/tik</a:t>
            </a:r>
            <a:endParaRPr lang="en-US" sz="2000" dirty="0" smtClean="0"/>
          </a:p>
          <a:p>
            <a:pPr marL="342900" indent="-342900">
              <a:buFontTx/>
              <a:buAutoNum type="arabicPeriod" startAt="2"/>
            </a:pPr>
            <a:endParaRPr lang="en-US" sz="2000" dirty="0"/>
          </a:p>
          <a:p>
            <a:pPr marL="342900" indent="-342900">
              <a:buFontTx/>
              <a:buAutoNum type="arabicPeriod" startAt="2"/>
            </a:pPr>
            <a:endParaRPr lang="en-US" sz="2000" dirty="0"/>
          </a:p>
          <a:p>
            <a:pPr marL="342900" indent="-342900">
              <a:buFontTx/>
              <a:buAutoNum type="arabicPeriod" startAt="2"/>
            </a:pPr>
            <a:endParaRPr lang="en-US" sz="2000" dirty="0"/>
          </a:p>
          <a:p>
            <a:pPr marL="342900" indent="-342900">
              <a:buFontTx/>
              <a:buAutoNum type="arabicPeriod" startAt="2"/>
            </a:pPr>
            <a:endParaRPr lang="en-US" dirty="0"/>
          </a:p>
          <a:p>
            <a:pPr marL="342900" indent="-342900">
              <a:buFontTx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0" y="6324600"/>
            <a:ext cx="190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TAKSU</a:t>
            </a:r>
            <a:endParaRPr lang="en-US" sz="28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15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400" b="1" dirty="0" err="1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Penyusun</a:t>
            </a:r>
            <a:endParaRPr lang="en-US" sz="5400" b="1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33400" y="2438400"/>
            <a:ext cx="8001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 smtClean="0"/>
              <a:t>I </a:t>
            </a:r>
            <a:r>
              <a:rPr lang="en-US" sz="3200" dirty="0" err="1" smtClean="0"/>
              <a:t>Nyoman</a:t>
            </a:r>
            <a:r>
              <a:rPr lang="en-US" sz="3200" dirty="0" smtClean="0"/>
              <a:t> </a:t>
            </a:r>
            <a:r>
              <a:rPr lang="en-US" sz="3200" dirty="0" err="1" smtClean="0"/>
              <a:t>Artha</a:t>
            </a:r>
            <a:r>
              <a:rPr lang="en-US" sz="3200" dirty="0" smtClean="0"/>
              <a:t> </a:t>
            </a:r>
            <a:r>
              <a:rPr lang="en-US" sz="3200" dirty="0" err="1" smtClean="0"/>
              <a:t>Udiana</a:t>
            </a:r>
            <a:endParaRPr lang="en-US" sz="3200" dirty="0" smtClean="0"/>
          </a:p>
          <a:p>
            <a:pPr algn="ctr"/>
            <a:r>
              <a:rPr lang="en-US" sz="3200" dirty="0" smtClean="0"/>
              <a:t>conectaru@yahoo.co.id</a:t>
            </a:r>
            <a:endParaRPr lang="en-US" sz="32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33400" y="5257800"/>
            <a:ext cx="73390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 smtClean="0"/>
              <a:t>www.sman1tampaksiring.sch.id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5800" y="2590800"/>
            <a:ext cx="7848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4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TERIMA KASIH</a:t>
            </a:r>
            <a:endParaRPr lang="en-US" sz="5400" b="1" dirty="0">
              <a:ln w="31550" cmpd="sng">
                <a:gradFill>
                  <a:gsLst>
                    <a:gs pos="70000">
                      <a:schemeClr val="accent6">
                        <a:shade val="50000"/>
                        <a:satMod val="190000"/>
                      </a:schemeClr>
                    </a:gs>
                    <a:gs pos="0">
                      <a:schemeClr val="accent6">
                        <a:tint val="77000"/>
                        <a:satMod val="18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chemeClr val="accent6">
                  <a:tint val="15000"/>
                  <a:satMod val="200000"/>
                </a:scheme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70</TotalTime>
  <Words>325</Words>
  <Application>Microsoft Office PowerPoint</Application>
  <PresentationFormat>On-screen Show (4:3)</PresentationFormat>
  <Paragraphs>73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Aspect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Artha</dc:creator>
  <cp:lastModifiedBy>Artha</cp:lastModifiedBy>
  <cp:revision>8</cp:revision>
  <dcterms:created xsi:type="dcterms:W3CDTF">2011-10-07T00:11:53Z</dcterms:created>
  <dcterms:modified xsi:type="dcterms:W3CDTF">2011-10-07T02:07:31Z</dcterms:modified>
</cp:coreProperties>
</file>